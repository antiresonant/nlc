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13F4-B8CE-B591-8CFD-40A3E1E21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2D083-6805-50D6-9A59-D026B58E7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D5C2-BDDF-DA8D-487F-17955674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960C-4983-0E0F-7679-42F59D99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34BF9-4E02-631C-EC59-FC6C24FC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7890-6AFB-A94F-3AE2-CE2CA660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297A-32B5-D11E-D9CC-C15B42290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C4A8-BD02-3FC4-C45C-46438306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CF52-1051-9075-8C79-1C89F350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5BDC-61DB-8922-A3F6-C57614E8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4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C33B-70DF-28D2-C3C8-F270CB56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E122D-2F39-13E3-72A9-3165980F5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97E2D-E170-E0F8-F847-3494D84E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52E8D-7DCB-B12C-0C05-B6B5F892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C60AB-5C62-E1D0-87AF-2AF4593C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0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B678-C4CB-682B-867E-2831516A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FAE5-F311-E16A-3277-26CD633B0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11BCC-D9FF-7A57-BCC5-108A85867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D80CE-F553-9CCD-9D6E-64CC67DF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424B9-4F5F-07A9-3CAF-BDEB9B93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99A19-6BBC-29A5-2CBC-B5A7E79A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03BE-0F62-82D8-7F2C-576301F0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48E95-E36B-CCC8-C62B-D99229989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0D532-4265-56C5-C996-1E64C010C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9E3EF-1F65-6A88-2B87-22642A817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74A4C-1B15-537E-49B6-1FAAFCCC4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FC85D-47FD-EEE8-09D9-7F9A26ED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85F13C-C242-F85F-9D9B-A43BD7B1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209EB-3789-065F-C386-CB1159C7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994D-4858-AF6E-8C69-8A062E89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08D70-8C55-EB4A-AE89-9B111EF1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98300-834E-36B8-179C-7D2AA04D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190A6-AE38-250B-4E7A-5DFA54B1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1B58B-5256-597B-B1E4-C404F5B9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0D457-5B36-D16C-40AC-52772B3E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1E7B2-4D98-9BB0-B996-2716535F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5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F7DEA-4F1B-ED18-8BA2-BC2A8F2E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399E-6DAD-460A-477A-0E9B99D41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B1E71-BBD6-F9A9-CA8E-0AD0B494D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92D3D-507E-2DCD-FF4A-D1846077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8A7AB-98DD-1308-587A-D65E38A4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50C8C-E0E7-CAE3-6ED7-D15E851E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09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85B5-A53E-B3CB-0FBB-34241A3EF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AEFED-2449-767C-BE48-A8FB7B426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02F6C-0F93-49BC-E705-FDB1E3103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75E18-8822-93F2-7B66-F17D71F1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A9889-B66A-173D-F821-8AB8DB34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492E3-F944-1BAE-1F11-5BE8E2F7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5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059A-877E-FAE7-037C-D6D73EF1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610CF-6EE7-D9C7-1500-02064AC82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AAE1-4373-7CC3-08F7-104CFFCD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AAD77-906F-B8E4-FAED-7792D57B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5AAE1-6891-3BC9-2665-0F96A2D6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4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8A00E-1B18-1C91-F0B5-B8B147517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71488-06DE-AC83-959B-E6BD28FE5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1D5FE-3399-44B2-B0FC-46EDE764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EAC4-B648-5828-EBB1-12A1E47B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ED206-413D-E548-1474-9A74D3CD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2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F2E8-66F5-6873-309A-8C851041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92959-C4D5-10F8-F034-AD13B320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2BC02-B66B-CF98-AF3D-94C44B4EE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F2749-2044-4C56-A1F8-EC50957FAE4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4C14-9F62-0BC1-DE2F-454247965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9D75C-B69D-09B5-F48A-257FBEBFF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41CC0-456B-4296-A75D-382B88107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3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49">
            <a:extLst>
              <a:ext uri="{FF2B5EF4-FFF2-40B4-BE49-F238E27FC236}">
                <a16:creationId xmlns:a16="http://schemas.microsoft.com/office/drawing/2014/main" id="{7E2DECC2-1042-98FC-7EF7-C06DD2BF66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063" y="0"/>
            <a:ext cx="484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4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0">
            <a:extLst>
              <a:ext uri="{FF2B5EF4-FFF2-40B4-BE49-F238E27FC236}">
                <a16:creationId xmlns:a16="http://schemas.microsoft.com/office/drawing/2014/main" id="{27D40584-9AB4-4FC1-0196-B7078AF46F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588" y="0"/>
            <a:ext cx="5076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4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1">
            <a:extLst>
              <a:ext uri="{FF2B5EF4-FFF2-40B4-BE49-F238E27FC236}">
                <a16:creationId xmlns:a16="http://schemas.microsoft.com/office/drawing/2014/main" id="{FC68120B-F218-38EE-4663-0032B15E77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0"/>
            <a:ext cx="9218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4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2">
            <a:extLst>
              <a:ext uri="{FF2B5EF4-FFF2-40B4-BE49-F238E27FC236}">
                <a16:creationId xmlns:a16="http://schemas.microsoft.com/office/drawing/2014/main" id="{947E26E0-347A-99C5-1F28-16DFF321B5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413" y="0"/>
            <a:ext cx="4827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3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3">
            <a:extLst>
              <a:ext uri="{FF2B5EF4-FFF2-40B4-BE49-F238E27FC236}">
                <a16:creationId xmlns:a16="http://schemas.microsoft.com/office/drawing/2014/main" id="{A5B497F1-8331-92B6-7531-2D6B6EE587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950" y="0"/>
            <a:ext cx="5878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4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4">
            <a:extLst>
              <a:ext uri="{FF2B5EF4-FFF2-40B4-BE49-F238E27FC236}">
                <a16:creationId xmlns:a16="http://schemas.microsoft.com/office/drawing/2014/main" id="{DB8F6CAE-A447-766F-C3B2-5CF6D4A8D6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213" y="0"/>
            <a:ext cx="4979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5">
            <a:extLst>
              <a:ext uri="{FF2B5EF4-FFF2-40B4-BE49-F238E27FC236}">
                <a16:creationId xmlns:a16="http://schemas.microsoft.com/office/drawing/2014/main" id="{A26FDAC7-8C67-0AEE-5CE4-0DBDF82F501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50" y="0"/>
            <a:ext cx="6718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8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G_0556">
            <a:extLst>
              <a:ext uri="{FF2B5EF4-FFF2-40B4-BE49-F238E27FC236}">
                <a16:creationId xmlns:a16="http://schemas.microsoft.com/office/drawing/2014/main" id="{B4B65D18-D138-91EB-138C-FBC6D56F2D7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38" y="0"/>
            <a:ext cx="7273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Polarj Sapkota</dc:creator>
  <cp:lastModifiedBy>Polarj Sapkota</cp:lastModifiedBy>
  <cp:revision>1</cp:revision>
  <dcterms:created xsi:type="dcterms:W3CDTF">2026-02-09T11:16:12Z</dcterms:created>
  <dcterms:modified xsi:type="dcterms:W3CDTF">2026-02-09T11:16:57Z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2026-02-09T11:16:57Z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ea448bfe-776e-403b-96b7-2ef5aef2cd9c</vt:lpwstr>
  </property>
  <property fmtid="{D5CDD505-2E9C-101B-9397-08002B2CF9AE}" pid="7" name="MSIP_Label_defa4170-0d19-0005-0004-bc88714345d2_ActionId">
    <vt:lpwstr>0fc1c1d7-3bb0-4e2e-8874-10ea8fd92039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